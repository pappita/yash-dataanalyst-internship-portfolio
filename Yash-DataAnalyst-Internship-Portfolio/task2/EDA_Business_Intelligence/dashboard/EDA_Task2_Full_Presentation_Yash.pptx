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&amp;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Task Submission – Yash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Exploratory Data Analysis on sales dataset</a:t>
            </a:r>
          </a:p>
          <a:p>
            <a:pPr/>
            <a:r>
              <a:t>Generate business insights using SQL queries</a:t>
            </a:r>
          </a:p>
          <a:p>
            <a:pPr/>
            <a:r>
              <a:t>Visualize patterns and correlations</a:t>
            </a:r>
          </a:p>
          <a:p>
            <a:pPr/>
            <a:r>
              <a:t>Create a dashboard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Sales Data</a:t>
            </a:r>
          </a:p>
          <a:p>
            <a:pPr/>
            <a:r>
              <a:t>Contains order, customer, product and revenue information</a:t>
            </a:r>
          </a:p>
          <a:p>
            <a:pPr/>
            <a:r>
              <a:t>Used for analyzing sales performance</a:t>
            </a:r>
          </a:p>
          <a:p>
            <a:pPr/>
            <a:r>
              <a:t>Helps identify business trends and customer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loading and inspection</a:t>
            </a:r>
          </a:p>
          <a:p>
            <a:pPr/>
            <a:r>
              <a:t>Descriptive statistics</a:t>
            </a:r>
          </a:p>
          <a:p>
            <a:pPr/>
            <a:r>
              <a:t>Univariate analysis (histogram, bar chart)</a:t>
            </a:r>
          </a:p>
          <a:p>
            <a:pPr/>
            <a:r>
              <a:t>Multivariate analysis (heatmap, scatter plot)</a:t>
            </a:r>
          </a:p>
          <a:p>
            <a:pPr/>
            <a:r>
              <a:t>Business insights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Business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Total Revenue</a:t>
            </a:r>
          </a:p>
          <a:p>
            <a:pPr algn="ctr">
              <a:defRPr b="1" sz="2000"/>
            </a:pPr>
            <a:r>
              <a:t>₹ XXXX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828800"/>
            <a:ext cx="2286000" cy="1371600"/>
          </a:xfrm>
          <a:prstGeom prst="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Total Orders</a:t>
            </a:r>
          </a:p>
          <a:p>
            <a:pPr algn="ctr">
              <a:defRPr b="1" sz="2000"/>
            </a:pPr>
            <a:r>
              <a:t>XXXX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Avg Order Value</a:t>
            </a:r>
          </a:p>
          <a:p>
            <a:pPr algn="ctr">
              <a:defRPr b="1" sz="2000"/>
            </a:pPr>
            <a:r>
              <a:t>₹ XXXX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EDA Visual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1828800"/>
          </a:xfrm>
          <a:prstGeom prst="rect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Graph Screenshot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200400" cy="1828800"/>
          </a:xfrm>
          <a:prstGeom prst="rect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Graph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3200400" cy="1828800"/>
          </a:xfrm>
          <a:prstGeom prst="rect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Graph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657600"/>
            <a:ext cx="3200400" cy="1828800"/>
          </a:xfrm>
          <a:prstGeom prst="rect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Graph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 by revenue</a:t>
            </a:r>
          </a:p>
          <a:p>
            <a:pPr/>
            <a:r>
              <a:t>Category-wise sales performance</a:t>
            </a:r>
          </a:p>
          <a:p>
            <a:pPr/>
            <a:r>
              <a:t>Average order value</a:t>
            </a:r>
          </a:p>
          <a:p>
            <a:pPr/>
            <a:r>
              <a:t>Top customers by spending</a:t>
            </a:r>
          </a:p>
          <a:p>
            <a:pPr/>
            <a:r>
              <a:t>Monthly sales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category generates highest revenue</a:t>
            </a:r>
          </a:p>
          <a:p>
            <a:pPr/>
            <a:r>
              <a:t>Marketing spend shows positive impact on revenue</a:t>
            </a:r>
          </a:p>
          <a:p>
            <a:pPr/>
            <a:r>
              <a:t>Few customers contribute major portion of sales</a:t>
            </a:r>
          </a:p>
          <a:p>
            <a:pPr/>
            <a:r>
              <a:t>Sales show steady monthly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helped uncover important sales patterns</a:t>
            </a:r>
          </a:p>
          <a:p>
            <a:pPr/>
            <a:r>
              <a:t>SQL queries answered critical business questions</a:t>
            </a:r>
          </a:p>
          <a:p>
            <a:pPr/>
            <a:r>
              <a:t>Dashboard provides quick decision support</a:t>
            </a:r>
          </a:p>
          <a:p>
            <a:pPr/>
            <a:r>
              <a:t>Project demonstrates data analysis and BI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