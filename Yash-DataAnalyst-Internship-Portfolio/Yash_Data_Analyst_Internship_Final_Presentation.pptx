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Analyst Internship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Yash Bhardwaj</a:t>
            </a:r>
          </a:p>
          <a:p>
            <a:r>
              <a:t>Computer Science (AI &amp; 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Motivated Computer Science student specializing in AI &amp; ML.</a:t>
            </a:r>
          </a:p>
          <a:p>
            <a:r>
              <a:t>Interested in Data Analysis, Visualization and Machine Learning.</a:t>
            </a:r>
          </a:p>
          <a:p>
            <a:r>
              <a:t>Completed a Data Analyst Internship working on real-world datasets.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Power BI</a:t>
            </a:r>
          </a:p>
          <a:p>
            <a:r>
              <a:t>Tableau</a:t>
            </a:r>
          </a:p>
          <a:p>
            <a:r>
              <a:t>GitHub</a:t>
            </a:r>
          </a:p>
          <a:p>
            <a:r>
              <a:t>Data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data cleaning and analysis using Python.</a:t>
            </a:r>
          </a:p>
          <a:p>
            <a:r>
              <a:t>Used libraries like Pandas and Matplotlib.</a:t>
            </a:r>
          </a:p>
          <a:p>
            <a:r>
              <a:t>Generated insights from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Data Visualization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dashboards to visualize data trends.</a:t>
            </a:r>
          </a:p>
          <a:p>
            <a:r>
              <a:t>Used Tableau / Power BI.</a:t>
            </a:r>
          </a:p>
          <a:p>
            <a:r>
              <a:t>Focused on business insights and clear visuals.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Power BI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interactive reports using Power BI.</a:t>
            </a:r>
          </a:p>
          <a:p>
            <a:r>
              <a:t>Added charts, filters, and KPIs.</a:t>
            </a:r>
          </a:p>
          <a:p>
            <a:r>
              <a:t>Improved data storytelling.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 – Advanced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deeper data analysis.</a:t>
            </a:r>
          </a:p>
          <a:p>
            <a:r>
              <a:t>Created presentation explaining results.</a:t>
            </a:r>
          </a:p>
          <a:p>
            <a:r>
              <a:t>Focused on interpretation of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</a:t>
            </a:r>
          </a:p>
          <a:p>
            <a:r>
              <a:t>Data Visualization</a:t>
            </a:r>
          </a:p>
          <a:p>
            <a:r>
              <a:t>Python Programming</a:t>
            </a:r>
          </a:p>
          <a:p>
            <a:r>
              <a:t>Dashboard Creation</a:t>
            </a:r>
          </a:p>
          <a:p>
            <a:r>
              <a:t>Analytical Thinking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internship helped strengthen my analytical and visualization skills.</a:t>
            </a:r>
          </a:p>
          <a:p>
            <a:r>
              <a:t>Looking forward to applying these skills in real-world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