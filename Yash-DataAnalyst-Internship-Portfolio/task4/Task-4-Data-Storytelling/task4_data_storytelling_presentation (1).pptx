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Data Analysis &amp;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Yash Bhardwaj</a:t>
            </a:r>
          </a:p>
          <a:p>
            <a:r>
              <a:t>AI/ML Internship Project</a:t>
            </a:r>
          </a:p>
          <a:p>
            <a:r>
              <a:t>Task 4: Data Storytelling &amp; Statistical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Businesses generate large volumes of sales data but often struggle to extract meaningful insights.</a:t>
            </a:r>
          </a:p>
          <a:p>
            <a:r>
              <a:t>The objective of this project is to analyze sales data and identify patterns that support better business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Sales Dataset</a:t>
            </a:r>
          </a:p>
          <a:p/>
          <a:p>
            <a:r>
              <a:t>Features:</a:t>
            </a:r>
          </a:p>
          <a:p>
            <a:r>
              <a:t>• Order ID</a:t>
            </a:r>
          </a:p>
          <a:p>
            <a:r>
              <a:t>• Product Category</a:t>
            </a:r>
          </a:p>
          <a:p>
            <a:r>
              <a:t>• Sales Amount</a:t>
            </a:r>
          </a:p>
          <a:p>
            <a:r>
              <a:t>• Profit</a:t>
            </a:r>
          </a:p>
          <a:p>
            <a:r>
              <a:t>• Region</a:t>
            </a:r>
          </a:p>
          <a:p>
            <a:r>
              <a:t>• Order 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Pandas</a:t>
            </a:r>
          </a:p>
          <a:p>
            <a:r>
              <a:t>• Matplotlib</a:t>
            </a:r>
          </a:p>
          <a:p>
            <a:r>
              <a:t>• Power BI</a:t>
            </a:r>
          </a:p>
          <a:p>
            <a:r>
              <a:t>• Tableau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Analysis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Regional sales comparison</a:t>
            </a:r>
          </a:p>
          <a:p>
            <a:r>
              <a:t>• Product category performance</a:t>
            </a:r>
          </a:p>
          <a:p>
            <a:r>
              <a:t>• Monthly sales trends</a:t>
            </a:r>
          </a:p>
          <a:p>
            <a:r>
              <a:t>• Data visualization using Power BI dashboards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Technology category generates highest revenue</a:t>
            </a:r>
          </a:p>
          <a:p>
            <a:r>
              <a:t>2. West region shows strong sales performance</a:t>
            </a:r>
          </a:p>
          <a:p>
            <a:r>
              <a:t>3. Sales increase during festive seasons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Increase marketing in high-performing regions</a:t>
            </a:r>
          </a:p>
          <a:p>
            <a:r>
              <a:t>• Focus inventory on top-selling product categories</a:t>
            </a:r>
          </a:p>
          <a:p>
            <a:r>
              <a:t>• Use seasonal campaigns to maximize sales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Hypothesis:</a:t>
            </a:r>
          </a:p>
          <a:p>
            <a:r>
              <a:t>H0: There is no difference in sales between regions</a:t>
            </a:r>
          </a:p>
          <a:p>
            <a:r>
              <a:t>H1: There is significant difference in sales between regions</a:t>
            </a:r>
          </a:p>
          <a:p/>
          <a:p>
            <a:r>
              <a:t>Statistical Test: T-Test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 Result:</a:t>
            </a:r>
          </a:p>
          <a:p>
            <a:r>
              <a:t>p-value = 0.03</a:t>
            </a:r>
          </a:p>
          <a:p/>
          <a:p>
            <a:r>
              <a:t>Since p-value &lt; 0.05, we reject the null hypothesis.</a:t>
            </a:r>
          </a:p>
          <a:p>
            <a:r>
              <a:t>Conclusion: Regional sales differences are statistically significant.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storytelling combined with statistical validation helps businesses</a:t>
            </a:r>
          </a:p>
          <a:p>
            <a:r>
              <a:t>make informed decisions and improve overall performance.</a:t>
            </a:r>
          </a:p>
          <a:p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